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76" r:id="rId8"/>
    <p:sldId id="277" r:id="rId9"/>
    <p:sldId id="267" r:id="rId10"/>
    <p:sldId id="278" r:id="rId11"/>
    <p:sldId id="269" r:id="rId12"/>
    <p:sldId id="280" r:id="rId13"/>
    <p:sldId id="271" r:id="rId14"/>
    <p:sldId id="286" r:id="rId15"/>
    <p:sldId id="273" r:id="rId16"/>
    <p:sldId id="285" r:id="rId17"/>
    <p:sldId id="263" r:id="rId18"/>
    <p:sldId id="264" r:id="rId19"/>
    <p:sldId id="265" r:id="rId20"/>
    <p:sldId id="259" r:id="rId21"/>
  </p:sldIdLst>
  <p:sldSz cx="12192000" cy="6858000"/>
  <p:notesSz cx="6858000" cy="9144000"/>
  <p:embeddedFontLst>
    <p:embeddedFont>
      <p:font typeface="Lato Black" panose="020F0502020204030203" pitchFamily="34" charset="0"/>
      <p:bold r:id="rId23"/>
      <p:boldItalic r:id="rId24"/>
    </p:embeddedFont>
    <p:embeddedFont>
      <p:font typeface="Libre Baskerville" panose="02000000000000000000" pitchFamily="2" charset="0"/>
      <p:regular r:id="rId25"/>
      <p:bold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37936A-2C33-40B7-BEF2-3BC3F2E847DC}" v="51" dt="2026-01-08T10:28:19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4660"/>
  </p:normalViewPr>
  <p:slideViewPr>
    <p:cSldViewPr snapToGrid="0">
      <p:cViewPr varScale="1">
        <p:scale>
          <a:sx n="75" d="100"/>
          <a:sy n="75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.linkedin.com/in/shaik-mohammed-farha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aru-code-1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15588" y="3639328"/>
            <a:ext cx="724618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800" b="1" dirty="0">
                <a:solidFill>
                  <a:srgbClr val="FF0000"/>
                </a:solidFill>
              </a:rPr>
              <a:t>Grocery Store Management  </a:t>
            </a:r>
            <a:endParaRPr sz="2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B6A9B8-704B-E737-2731-392518E1CE28}"/>
              </a:ext>
            </a:extLst>
          </p:cNvPr>
          <p:cNvSpPr txBox="1"/>
          <p:nvPr/>
        </p:nvSpPr>
        <p:spPr>
          <a:xfrm>
            <a:off x="6522720" y="4866640"/>
            <a:ext cx="5516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By- Shaik Mohammed Farhan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2B5DB70A-3642-86F5-C19B-81A6383239E3}"/>
              </a:ext>
            </a:extLst>
          </p:cNvPr>
          <p:cNvSpPr txBox="1"/>
          <p:nvPr/>
        </p:nvSpPr>
        <p:spPr>
          <a:xfrm>
            <a:off x="243840" y="803267"/>
            <a:ext cx="11704320" cy="5447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Background:-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completed my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Tech in Artificial Intelligence And Machine 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academic focus has been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programming, databases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applied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concepts.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Science:-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it bridges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programming, analytics, and decision-making abilities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I’m passionate about using data to uncover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predictive models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create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solutions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tasks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improve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outcomes.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Experience:-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I’m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 have hands-on experience through multiple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SQL projects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Exploratory Data Analysis (EDA)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Power BI Dashboard Creation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AI Agent Development</a:t>
            </a:r>
          </a:p>
          <a:p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&amp; GitHub Profiles:-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</a:t>
            </a:r>
            <a:r>
              <a:rPr lang="en-US" sz="2400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shaikmohammedfarhan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https://github.com/faru-code-19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105;p3">
            <a:extLst>
              <a:ext uri="{FF2B5EF4-FFF2-40B4-BE49-F238E27FC236}">
                <a16:creationId xmlns:a16="http://schemas.microsoft.com/office/drawing/2014/main" id="{83FBEEB3-9EBD-ED0C-A449-B31BBD308BED}"/>
              </a:ext>
            </a:extLst>
          </p:cNvPr>
          <p:cNvSpPr txBox="1"/>
          <p:nvPr/>
        </p:nvSpPr>
        <p:spPr>
          <a:xfrm>
            <a:off x="243840" y="194322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on SQL – Data Analysis Project.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2C69-1F32-CA2A-8169-2C540F81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Objective of the Project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49FDD-9BC5-605E-F5D8-E77E3BFD8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main goals of this SQL project are:</a:t>
            </a:r>
          </a:p>
          <a:p>
            <a:pPr fontAlgn="base">
              <a:lnSpc>
                <a:spcPct val="100000"/>
              </a:lnSpc>
            </a:pPr>
            <a:r>
              <a:rPr lang="en-US" dirty="0"/>
              <a:t>To design and implement a relational database for a grocery store.</a:t>
            </a:r>
          </a:p>
          <a:p>
            <a:pPr fontAlgn="base">
              <a:lnSpc>
                <a:spcPct val="100000"/>
              </a:lnSpc>
            </a:pPr>
            <a:r>
              <a:rPr lang="en-US" dirty="0"/>
              <a:t>To retrieve and manipulate data using SQL queries.</a:t>
            </a:r>
          </a:p>
          <a:p>
            <a:pPr fontAlgn="base">
              <a:lnSpc>
                <a:spcPct val="100000"/>
              </a:lnSpc>
            </a:pPr>
            <a:r>
              <a:rPr lang="en-US" dirty="0"/>
              <a:t>To perform data analysis for business insights such as top customers, best-selling products, and revenue trends.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84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AFCA-5C21-C453-3061-E0408719E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06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ER Diagram and schema explanation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0975F-0855-532F-F2FA-35318E04B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0" y="1513839"/>
            <a:ext cx="8798559" cy="446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9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BA7B-35C3-57C2-3961-4F3B2166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49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analysis questions (use cases)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DCF6A-8BE4-4F93-1FCF-1A32A8070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79948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solidFill>
                  <a:srgbClr val="FF0000"/>
                </a:solidFill>
              </a:rPr>
              <a:t>1️. Customer Insights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F9D335-CA9D-24B7-C476-E4EF4F2B5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8" y="1627293"/>
            <a:ext cx="6263371" cy="2304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C66A0D-74BC-08A1-1E2E-4BE85EC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88" y="4256648"/>
            <a:ext cx="6147069" cy="239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3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BF9EE5-2A32-A889-D0DF-94E659579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3104"/>
            <a:ext cx="6805250" cy="295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8F8139-CBA5-09FE-00D7-37C42AB51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618470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56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EA1253-C33F-1AC8-50E6-1EEF677680A6}"/>
              </a:ext>
            </a:extLst>
          </p:cNvPr>
          <p:cNvSpPr txBox="1"/>
          <p:nvPr/>
        </p:nvSpPr>
        <p:spPr>
          <a:xfrm>
            <a:off x="81280" y="196632"/>
            <a:ext cx="60960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 Product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BB434-75F1-D424-B62E-2F4518A0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906561"/>
            <a:ext cx="5547360" cy="2878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634754-58C0-3DCE-4ADB-AD1A7CF0A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4093205"/>
            <a:ext cx="5872480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3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DEF414-1DCB-8F6B-8315-439E51CD8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2" y="72257"/>
            <a:ext cx="5989567" cy="321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316C68-45BA-77EE-1124-A7167C6C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2" y="3574759"/>
            <a:ext cx="6294368" cy="314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34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542089-100A-F53E-C365-6FFD3AC8A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0" y="979020"/>
            <a:ext cx="11348551" cy="434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8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59F5-EF79-4BA7-1CD2-208E94EF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72086"/>
            <a:ext cx="10515600" cy="67709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 Sales and Order Trends</a:t>
            </a:r>
            <a:endParaRPr lang="en-IN" sz="28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B6C16-84C0-5522-04A3-BCAE201F5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972745"/>
            <a:ext cx="4636228" cy="2095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A1C5B-A17F-7800-1F07-113F1CB1F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75" y="759260"/>
            <a:ext cx="4488569" cy="23090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E68DFA-DCD7-1472-FEB7-4BEA191D2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" y="3429000"/>
            <a:ext cx="4739268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43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A08BD3-C9AD-34EF-5ED3-9BEA3962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28" y="286878"/>
            <a:ext cx="11354784" cy="35536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3411C4-DC1D-25F5-9723-C8D452F28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28" y="3965619"/>
            <a:ext cx="5389942" cy="304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16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AED7B-B831-3217-F770-7815737A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172085"/>
            <a:ext cx="10515600" cy="63776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4️. Supplier Contribution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C831CA-1C4D-D7AA-3CE8-28BB1E12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" y="963858"/>
            <a:ext cx="6192520" cy="2143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2F3F6C-5CC3-8FB4-03DA-42E8BF550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20" y="3206650"/>
            <a:ext cx="8203460" cy="301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52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B09E8FD-01DE-12F4-56D8-FB9347FFF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70"/>
            <a:ext cx="7495365" cy="39853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6975FF-CCC7-7E6C-C6F3-2A4C98039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31550"/>
            <a:ext cx="5966977" cy="25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85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43D1-39FB-EC2D-86DC-7AF60A4C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645"/>
            <a:ext cx="10515600" cy="70659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5.Employee Performance</a:t>
            </a:r>
            <a:endParaRPr lang="en-IN" sz="28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F3F8CE-A3B6-A59C-1C0B-A99032147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236"/>
            <a:ext cx="5459934" cy="1707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805A75-ED77-BDFA-7848-4E088888D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120" y="164906"/>
            <a:ext cx="5700254" cy="2392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1847CC-0D8F-9651-167A-30D091A4B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1715"/>
            <a:ext cx="6119390" cy="32464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C55FC9-75DD-96EA-10E8-B8F8BA1A7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369" y="3393782"/>
            <a:ext cx="5014395" cy="33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11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36B705-84FA-AF8A-7176-21F873440A13}"/>
              </a:ext>
            </a:extLst>
          </p:cNvPr>
          <p:cNvSpPr txBox="1"/>
          <p:nvPr/>
        </p:nvSpPr>
        <p:spPr>
          <a:xfrm>
            <a:off x="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6️. Order </a:t>
            </a: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Details</a:t>
            </a:r>
            <a:endParaRPr lang="en-IN" sz="28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78D88-09B3-C15D-17FB-561EFD969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791"/>
            <a:ext cx="5563082" cy="2514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F0896B-F14E-4192-AF98-41CD7EF6F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6392"/>
            <a:ext cx="7849280" cy="2956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74D8D9-14B2-F748-9663-CA4AE3E1D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84" y="418839"/>
            <a:ext cx="5204911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31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99AF-27CC-C45A-CD71-F14DD6130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605"/>
            <a:ext cx="10515600" cy="63909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Final business insights and recommendations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8BDB1-C628-3E90-0BBD-828D7231E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6852"/>
            <a:ext cx="10515600" cy="48201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rgbClr val="FF0000"/>
                </a:solidFill>
              </a:rPr>
              <a:t>Key insights</a:t>
            </a:r>
            <a:r>
              <a:rPr lang="en-IN" dirty="0"/>
              <a:t>:</a:t>
            </a:r>
            <a:endParaRPr lang="en-US" dirty="0"/>
          </a:p>
          <a:p>
            <a:r>
              <a:rPr lang="en-US" altLang="en-US" dirty="0"/>
              <a:t>Grains &amp; Cereals along with Snacks have the highest product variety, indicating strong demand and broader assortment needs.</a:t>
            </a:r>
          </a:p>
          <a:p>
            <a:r>
              <a:rPr lang="en-US" altLang="en-US" dirty="0"/>
              <a:t>Dairy Products and Personal Care have the highest average prices, contributing more per sale despite fewer products.</a:t>
            </a:r>
          </a:p>
          <a:p>
            <a:r>
              <a:rPr lang="en-US" dirty="0"/>
              <a:t>Analysis shows that weekdays have generated more revenue than weekends.</a:t>
            </a:r>
            <a:endParaRPr lang="en-IN" dirty="0"/>
          </a:p>
          <a:p>
            <a:r>
              <a:rPr lang="en-IN" dirty="0"/>
              <a:t>The Average amount a customer should have for buying a product is 500 rupees.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950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B1D1-C6B4-0F80-11A9-EDEAF66F1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Business recommendations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69ABDE-13B3-F716-5ADE-533C027BB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29640"/>
            <a:ext cx="105156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Focus on weekday operations, as revenue is higher compared to weekends.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Improve supplier planning by analyzing purchase frequency and demand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product-wise profitability to prioritize high-margin items.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 customer satisfaction by ensuring product availability for high-demand items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120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94EA-B0D3-E90A-FAB4-C4F45D01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592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12F1B-F677-0F46-76AB-617096F5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en-US" dirty="0"/>
              <a:t>The Grocery Store Management system successfully demonstrates how SQL can efficiently handle and analyze large grocery datasets, including products, sales.</a:t>
            </a:r>
          </a:p>
          <a:p>
            <a:r>
              <a:rPr lang="en-US" dirty="0"/>
              <a:t>This supports better decision-making and transparency, making it an effective solution for Grocery Management.</a:t>
            </a:r>
          </a:p>
          <a:p>
            <a:r>
              <a:rPr lang="en-US" dirty="0"/>
              <a:t>It reduces manual effort, improves data accuracy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829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463</Words>
  <Application>Microsoft Office PowerPoint</Application>
  <PresentationFormat>Widescreen</PresentationFormat>
  <Paragraphs>55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Arial</vt:lpstr>
      <vt:lpstr>Times New Roman</vt:lpstr>
      <vt:lpstr>Libre Baskerville</vt:lpstr>
      <vt:lpstr>Lato Black</vt:lpstr>
      <vt:lpstr>Office Theme</vt:lpstr>
      <vt:lpstr>PowerPoint Presentation</vt:lpstr>
      <vt:lpstr>PowerPoint Presentation</vt:lpstr>
      <vt:lpstr>Agenda  </vt:lpstr>
      <vt:lpstr>Objective of the Project  </vt:lpstr>
      <vt:lpstr>ER Diagram and schema explanation</vt:lpstr>
      <vt:lpstr>Key analysis questions (use cases)</vt:lpstr>
      <vt:lpstr>PowerPoint Presentation</vt:lpstr>
      <vt:lpstr>PowerPoint Presentation</vt:lpstr>
      <vt:lpstr>PowerPoint Presentation</vt:lpstr>
      <vt:lpstr>PowerPoint Presentation</vt:lpstr>
      <vt:lpstr>3. Sales and Order Trends</vt:lpstr>
      <vt:lpstr>PowerPoint Presentation</vt:lpstr>
      <vt:lpstr>4️. Supplier Contribution</vt:lpstr>
      <vt:lpstr>PowerPoint Presentation</vt:lpstr>
      <vt:lpstr>5.Employee Performance</vt:lpstr>
      <vt:lpstr>PowerPoint Presentation</vt:lpstr>
      <vt:lpstr>Final business insights and recommendations </vt:lpstr>
      <vt:lpstr>Business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SHAIK FARHAN</cp:lastModifiedBy>
  <cp:revision>32</cp:revision>
  <dcterms:created xsi:type="dcterms:W3CDTF">2021-02-16T05:19:01Z</dcterms:created>
  <dcterms:modified xsi:type="dcterms:W3CDTF">2026-01-19T08:00:59Z</dcterms:modified>
</cp:coreProperties>
</file>